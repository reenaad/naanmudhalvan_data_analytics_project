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4E89"/>
              </a:solidFill>
              <a:effectLst/>
            </c:spPr>
          </c:dPt>
          <c:dPt>
            <c:idx val="1"/>
            <c:bubble3D val="0"/>
            <c:spPr>
              <a:solidFill>
                <a:srgbClr val="E91E8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Normal (90%)</c:v>
                </c:pt>
                <c:pt idx="1">
                  <c:v>Fraud (10%)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2211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Count</c:v>
                </c:pt>
              </c:strCache>
            </c:strRef>
          </c:tx>
          <c:spPr>
            <a:solidFill>
              <a:srgbClr val="E91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1E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Mobile</c:v>
                  </c:pt>
                  <c:pt idx="1">
                    <c:v>Desktop</c:v>
                  </c:pt>
                  <c:pt idx="2">
                    <c:v>Tablet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1850</c:v>
                </c:pt>
                <c:pt idx="1">
                  <c:v>1720</c:v>
                </c:pt>
                <c:pt idx="2">
                  <c:v>1530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Count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22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Credit Card</c:v>
                  </c:pt>
                  <c:pt idx="1">
                    <c:v>Debit Card</c:v>
                  </c:pt>
                  <c:pt idx="2">
                    <c:v>UPI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2100</c:v>
                </c:pt>
                <c:pt idx="1">
                  <c:v>1800</c:v>
                </c:pt>
                <c:pt idx="2">
                  <c:v>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FRAUD DETECTION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 SYSTEM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Data Analysis Project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063240"/>
            <a:ext cx="4572000" cy="3657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7490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2211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37490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221133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37490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221133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7490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221133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51,000 Records  |  12 Features  |  Target: Fraudulent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|  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Financial Fraud?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involves unauthorized or deceptive transactions that cause monetary losses to individuals and institutions. With millions of digital transactions occurring daily, detecting fraud in real-time has become a critical challenge.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Analytics?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rule-based systems can no longer handle the complexity of modern fraud. Data analytics enables pattern detection, trend analysis, and proactive fraud prevention at scale.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1920240" cy="1645920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1920240" cy="7315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$4.7T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fraud losses annually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1005840"/>
            <a:ext cx="1920240" cy="1645920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0" y="1005840"/>
            <a:ext cx="1920240" cy="7315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49440" y="1920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in our dataset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1920240" cy="1645920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926080"/>
            <a:ext cx="1920240" cy="7315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108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51,000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46320" y="3840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analyzed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2926080"/>
            <a:ext cx="1920240" cy="1645920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2926080"/>
            <a:ext cx="1920240" cy="7315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108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Tools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49440" y="3840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analysis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50D"/>
          </a:solidFill>
          <a:ln w="12700">
            <a:solidFill>
              <a:srgbClr val="0D05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| 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accurately identify fraudulent financial transactions from a large volume of legitimate ones, without disrupting genuine customers?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4114800" cy="1097280"/>
          </a:xfrm>
          <a:prstGeom prst="rect">
            <a:avLst/>
          </a:prstGeom>
          <a:solidFill>
            <a:srgbClr val="221133"/>
          </a:solidFill>
          <a:ln w="12700">
            <a:solidFill>
              <a:srgbClr val="E91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286000"/>
            <a:ext cx="73152" cy="10972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Identification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which transactions are fraudulent from 51,000 records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4114800" cy="1097280"/>
          </a:xfrm>
          <a:prstGeom prst="rect">
            <a:avLst/>
          </a:prstGeom>
          <a:solidFill>
            <a:srgbClr val="221133"/>
          </a:solidFill>
          <a:ln w="12700">
            <a:solidFill>
              <a:srgbClr val="E91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286000"/>
            <a:ext cx="73152" cy="10972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331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9204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9443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which devices, payment methods &amp; locations are fraud-prone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221133"/>
          </a:solidFill>
          <a:ln w="12700">
            <a:solidFill>
              <a:srgbClr val="E91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66160"/>
            <a:ext cx="73152" cy="10972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11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2245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transaction amounts in fraud vs normal cases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566160"/>
            <a:ext cx="4114800" cy="1097280"/>
          </a:xfrm>
          <a:prstGeom prst="rect">
            <a:avLst/>
          </a:prstGeom>
          <a:solidFill>
            <a:srgbClr val="221133"/>
          </a:solidFill>
          <a:ln w="12700">
            <a:solidFill>
              <a:srgbClr val="E91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566160"/>
            <a:ext cx="73152" cy="10972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611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92040" y="3931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42245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recommendations to reduce fraud risk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|  DATASET DESCRIPTION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005840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92024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51,000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1920240" cy="1005840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914400"/>
            <a:ext cx="192024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23160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1920240" cy="1005840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14400"/>
            <a:ext cx="192024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~2,500/col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914400"/>
            <a:ext cx="1920240" cy="1005840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914400"/>
            <a:ext cx="192024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Fraudulent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20840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Column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68880"/>
          <a:ext cx="8595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3949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1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transaction identifier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of money in the transaction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Withdrawal, Online Transfer, Bill 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Device_Used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Mobile, Desktop, or Tablet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of the transaction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Card, Debit Card, UPI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Previous_Fraudulent_Transactions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User's past fraud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Fraudulent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Normal  |  1 = Fraud (Target)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50D"/>
          </a:solidFill>
          <a:ln w="12700">
            <a:solidFill>
              <a:srgbClr val="0D05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|  TOOLS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78308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39903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Cleaning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Treatment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Visualizations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 Charts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DB Connection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178308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4114800" cy="3840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960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(MySQL)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139903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 via Python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Analytical Queries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Aggregations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Fraud Records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78308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 Excel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" y="336499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Rules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Pivot Tables + Charts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 Dashboard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Structured Worksheets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14800" cy="178308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26080"/>
            <a:ext cx="4114800" cy="38404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9260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336499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Pie, Bar &amp; Line Charts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Table Visual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|  DATA CLEANING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65176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fraud_detection.csv using Pandas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51,000 rows × 12 columns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65176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51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head(), tail(), info(),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shape(), describe(), dtypes()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265176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51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1463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~2,500 missing in 5 columns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using Median &amp; Mode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265176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3429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794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using duplicated()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rows found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265176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91840" y="3429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Types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794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types verified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 conversion needed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265176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17920" y="3429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Cleaned Data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794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as fraud_cleaned.csv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all further analysis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50D"/>
          </a:solidFill>
          <a:ln w="12700">
            <a:solidFill>
              <a:srgbClr val="0D05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|  EXPLORATORY DATA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Visualizations Created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Bar Chart — Fraud vs Normal Count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Pie Chart — Fraud % Distribution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Histogram — Transaction Amount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Bar Chart — Fraud by Device Used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Bar Chart — Fraud by Payment Method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Bar Chart — Top 10 Fraud Locations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Box Plot — Amount Fraud vs Normal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Heatmap — Correlation Matrix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0" y="914400"/>
            <a:ext cx="3566160" cy="393192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94960" y="1005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Distribution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303520" y="1371600"/>
          <a:ext cx="35661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|  VISUALIZATIONS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by Device Used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37160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by Payment Method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754880" y="137160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50D"/>
          </a:solidFill>
          <a:ln w="12700">
            <a:solidFill>
              <a:srgbClr val="0D05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|  DASHBOARD EXPLANATION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91440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92024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914400"/>
            <a:ext cx="1920240" cy="91440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914400"/>
            <a:ext cx="192024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~5,100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50592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Fraud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914400"/>
            <a:ext cx="1920240" cy="91440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914400"/>
            <a:ext cx="192024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~45,900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26864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Normal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914400"/>
            <a:ext cx="1920240" cy="91440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914400"/>
            <a:ext cx="192024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03136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Components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2468880"/>
            <a:ext cx="2651760" cy="100584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468880"/>
            <a:ext cx="64008" cy="10058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560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2944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Fraud, Normal, Fraud 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468880"/>
            <a:ext cx="2651760" cy="100584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468880"/>
            <a:ext cx="64008" cy="10058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560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2944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vs Normal ratio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468880"/>
            <a:ext cx="2651760" cy="100584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468880"/>
            <a:ext cx="64008" cy="10058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560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63640" y="2944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by Device &amp; Location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657600"/>
            <a:ext cx="2651760" cy="100584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657600"/>
            <a:ext cx="64008" cy="10058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749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" y="4133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by Payment Method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3657600"/>
            <a:ext cx="2651760" cy="100584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0" y="3657600"/>
            <a:ext cx="64008" cy="10058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3749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337560" y="4133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trends over time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3657600"/>
            <a:ext cx="2651760" cy="100584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3657600"/>
            <a:ext cx="64008" cy="10058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3749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63640" y="4133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fraud transactions filtered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 |  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1430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69848"/>
            <a:ext cx="438912" cy="347472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984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051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Fraud 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 5,100 out of 51,000 transactions are fraudulent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64008" cy="11430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069848"/>
            <a:ext cx="438912" cy="347472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6984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67528" y="1051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= Highest Fraud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67528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devices record the most fraudulent transactions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86000"/>
            <a:ext cx="64008" cy="11430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395728"/>
            <a:ext cx="438912" cy="347472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9572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Risk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cards are the most common payment method in fraud cases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286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286000"/>
            <a:ext cx="64008" cy="11430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395728"/>
            <a:ext cx="438912" cy="347472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9572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67528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Fraud Amounts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67528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have higher average amounts than normal ones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6118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611880"/>
            <a:ext cx="64008" cy="11430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721608"/>
            <a:ext cx="438912" cy="347472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72160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" y="3703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History Matters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32688" y="4114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prior fraud history show strongest fraud correlation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6118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611880"/>
            <a:ext cx="64008" cy="11430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721608"/>
            <a:ext cx="438912" cy="347472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72160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67528" y="3703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Risk Zones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67528" y="4114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cities show disproportionately higher fraud rates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50D"/>
          </a:solidFill>
          <a:ln w="12700">
            <a:solidFill>
              <a:srgbClr val="0D05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 |  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51760" cy="169164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65176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Mobile Security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MFA and biometric verification for all mobile transactions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169164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65176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Monitoring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 with alerts for unusual credit card activity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51760" cy="169164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265176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15544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Threshold Alerts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92024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extra verification for transactions above a defined amount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651760" cy="169164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265176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65760" y="34747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Risk Scoring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8404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transactions from high-risk cities for manual review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651760" cy="169164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80360"/>
            <a:ext cx="265176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291840" y="34747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 Limits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8404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transaction limits and enhanced monitoring to new accounts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651760" cy="169164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80360"/>
            <a:ext cx="265176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217920" y="34747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History Analysis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38404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users with past fraud history as high-risk automatically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50D"/>
          </a:solidFill>
          <a:ln w="12700">
            <a:solidFill>
              <a:srgbClr val="0D05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 |  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demonstrated a complete end-to-end data analysis pipeline for fraud detection using a dataset of 51,000 financial transactions. Four industry-standard tools were used to deliver comprehensive insights.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1920240" cy="91440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103120"/>
            <a:ext cx="192024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2103120"/>
            <a:ext cx="1920240" cy="91440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2103120"/>
            <a:ext cx="192024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50592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Charts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2103120"/>
            <a:ext cx="1920240" cy="91440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2103120"/>
            <a:ext cx="192024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26864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2103120"/>
            <a:ext cx="1920240" cy="914400"/>
          </a:xfrm>
          <a:prstGeom prst="rect">
            <a:avLst/>
          </a:prstGeom>
          <a:solidFill>
            <a:srgbClr val="221133"/>
          </a:solidFill>
          <a:ln w="12700">
            <a:solidFill>
              <a:srgbClr val="221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2103120"/>
            <a:ext cx="192024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03136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Visuals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200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devices and credit cards are the primary channels for fraud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involve higher average amounts than normal transactions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fraud history is the strongest predictor of future fraudulent behavior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across Python, SQL, Excel, and Power BI provides a comprehensive fraud detection solution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Analytics System</dc:title>
  <dc:subject>PptxGenJS Presentation</dc:subject>
  <dc:creator>PptxGenJS</dc:creator>
  <cp:lastModifiedBy>PptxGenJS</cp:lastModifiedBy>
  <cp:revision>1</cp:revision>
  <dcterms:created xsi:type="dcterms:W3CDTF">2026-03-24T18:20:07Z</dcterms:created>
  <dcterms:modified xsi:type="dcterms:W3CDTF">2026-03-24T18:20:07Z</dcterms:modified>
</cp:coreProperties>
</file>